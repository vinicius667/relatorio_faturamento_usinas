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33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ícius Almeida Barros (SFG)" userId="b08a256a-b48c-4eed-89e0-b74b71690a9c" providerId="ADAL" clId="{B3C9FB91-ECA8-4B56-A6C8-9107A559FA23}"/>
    <pc:docChg chg="modSld">
      <pc:chgData name="Vinícius Almeida Barros (SFG)" userId="b08a256a-b48c-4eed-89e0-b74b71690a9c" providerId="ADAL" clId="{B3C9FB91-ECA8-4B56-A6C8-9107A559FA23}" dt="2022-05-16T14:51:19.806" v="7" actId="1076"/>
      <pc:docMkLst>
        <pc:docMk/>
      </pc:docMkLst>
      <pc:sldChg chg="modSp mod">
        <pc:chgData name="Vinícius Almeida Barros (SFG)" userId="b08a256a-b48c-4eed-89e0-b74b71690a9c" providerId="ADAL" clId="{B3C9FB91-ECA8-4B56-A6C8-9107A559FA23}" dt="2022-05-16T14:51:19.806" v="7" actId="1076"/>
        <pc:sldMkLst>
          <pc:docMk/>
          <pc:sldMk cId="1463415353" sldId="256"/>
        </pc:sldMkLst>
        <pc:spChg chg="mod">
          <ac:chgData name="Vinícius Almeida Barros (SFG)" userId="b08a256a-b48c-4eed-89e0-b74b71690a9c" providerId="ADAL" clId="{B3C9FB91-ECA8-4B56-A6C8-9107A559FA23}" dt="2022-05-16T14:51:19.806" v="7" actId="1076"/>
          <ac:spMkLst>
            <pc:docMk/>
            <pc:sldMk cId="1463415353" sldId="256"/>
            <ac:spMk id="7" creationId="{26EB7834-A154-D1EA-C888-2517C28D1329}"/>
          </ac:spMkLst>
        </pc:spChg>
      </pc:sldChg>
      <pc:sldChg chg="modSp mod">
        <pc:chgData name="Vinícius Almeida Barros (SFG)" userId="b08a256a-b48c-4eed-89e0-b74b71690a9c" providerId="ADAL" clId="{B3C9FB91-ECA8-4B56-A6C8-9107A559FA23}" dt="2022-05-16T14:51:11.544" v="4" actId="122"/>
        <pc:sldMkLst>
          <pc:docMk/>
          <pc:sldMk cId="3736791195" sldId="257"/>
        </pc:sldMkLst>
        <pc:spChg chg="mod">
          <ac:chgData name="Vinícius Almeida Barros (SFG)" userId="b08a256a-b48c-4eed-89e0-b74b71690a9c" providerId="ADAL" clId="{B3C9FB91-ECA8-4B56-A6C8-9107A559FA23}" dt="2022-05-16T14:51:11.544" v="4" actId="122"/>
          <ac:spMkLst>
            <pc:docMk/>
            <pc:sldMk cId="3736791195" sldId="257"/>
            <ac:spMk id="7" creationId="{26EB7834-A154-D1EA-C888-2517C28D132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73B330-51B6-4EC5-A961-C6981E6770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7379F13-2DFF-459C-7165-E501860D3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87B9223-41B2-9698-5BF5-A66FFC636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C6F28C-1AE7-104A-CBC0-D4E15662C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5CA208-A02A-D893-5DF3-8F6E5D3F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86403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2F20D7-FD7E-9A85-B828-8565E66D8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048BA54-7137-1DC1-89E3-55081B42C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C1D7EE1-2281-7B8C-5FAC-2CCA1B3A4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BF40DA-BD52-E89F-A735-BE85CD5BE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B2638A-0DBE-06B2-FD43-37732459C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026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22004-76F0-DA5D-70BF-E8F7B504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92B4A01-E77A-10E1-EE6C-C277647C99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08A548-7842-17D8-E36E-A166F4392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819F9F-BDB0-2118-88C6-DEEADD881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36AB8B-93F5-4E63-2FE3-B29C6EB95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7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56D645-B95E-DF00-3A73-4E45E5587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33132D-7FCE-C4EB-2965-6B057AFCAE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0CF5DC8-3120-5AA8-9A93-CB140E236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37108B-D46E-D567-1C89-1EB15215A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C609D3B-55AB-3BC3-0A6A-FE518F227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644AEE3-6BAD-7741-741E-BA83E6D0D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7186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2F593C-3BFA-3C04-A5D1-2F348A2CB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22E4514-1AA2-1872-A6B7-7870080A7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CEA01AB-E9CC-2101-2B11-9336770F6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88CC872-1EFF-F8E9-A3B1-9CB77051F5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46583B1-283A-A8EA-674B-C8D7D81E6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4DFE192-DE97-0AEB-CF8C-98E45CF8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3F8A59F-002A-7DB7-2B39-02B7443E0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E2B72C4-800B-3536-FB8E-73DE290D4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752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4E8A2B-3C3A-4285-13B7-36043E1E6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A1A0288-56E6-B860-68F8-A77D0FF56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122FCD9-F9FB-9601-37CD-C63DF339B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5B4E7D6-7394-C726-EB3B-6A8CA9B99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706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30D6482F-4987-0241-25E1-E837B5173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98A0457-8B35-FB4D-7112-3FD6064D0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63905B-7389-2C95-AA6E-D2787B60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4333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CE5C5B-0788-1BF9-C578-386027969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F862D0-A566-69A4-4265-D47E6BB8B3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E34286E-AF4F-6269-64D7-EA9160114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C928BC-B0AA-2557-5034-871AA98BA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028C8D-C0DB-7206-9AB5-CFEFFBB9F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C049405-7073-167E-2F28-1175323C0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6274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1103B8-4A8C-AF9F-148C-9D54D6773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5A19E95-0D22-6BCE-1C49-E357C414E6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791F94C-1C97-97B7-364A-BB52DCA80B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763A35-A05B-7333-3D01-85FA7142B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4D3771E-8F97-0A5A-C176-D0552460A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7285C0-D951-2E2A-C101-23DCE8BA9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891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F6091-E672-DB81-ACD6-523F8ACA3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6CC7EA5-8F77-6FAA-D44A-AA6882CEA3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8035EAF-B15C-75D6-BFD0-DF0D9C0A1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1E5A746-F4A1-B35F-7866-D4047067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F3A3FC9-EE8D-2A53-41A2-12D9E0A4A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231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49EB36-89FF-7995-E015-80DCA12B7F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982E39E-9DBA-5A16-CCB3-520D62FC3D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9A86A18-CB6D-035D-39F2-8E6F4D4A4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DBE8BBE-2E91-4A9D-98D7-7A75BFFA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39E19CD-FEDF-E5E5-DC34-61676CE8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552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E645564-32F2-FA71-1884-8910C114D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41F90F2-30C7-0DEA-34D9-AEC351E13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35E396C-1226-FFE1-BF6E-54D0111BC6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13E7CE-B5DD-4266-8D88-BE38E9E3F3D6}" type="datetimeFigureOut">
              <a:rPr lang="pt-BR" smtClean="0"/>
              <a:t>16/05/2022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C6D6D70-7497-A7B9-ED77-7E0D4C2E5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D8CC549-FA27-6929-ACEA-20F21797DF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80C8B-1049-42E3-B3FC-A20EAEA85B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006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D190D2C5-75A6-ABC3-A7D0-BEBBC019C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132" y="395800"/>
            <a:ext cx="1799795" cy="31676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A691D11-0D11-ECF6-8EB4-69C2645D9820}"/>
              </a:ext>
            </a:extLst>
          </p:cNvPr>
          <p:cNvSpPr/>
          <p:nvPr/>
        </p:nvSpPr>
        <p:spPr>
          <a:xfrm>
            <a:off x="327476" y="110837"/>
            <a:ext cx="11537047" cy="88669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6EB7834-A154-D1EA-C888-2517C28D1329}"/>
              </a:ext>
            </a:extLst>
          </p:cNvPr>
          <p:cNvSpPr txBox="1"/>
          <p:nvPr/>
        </p:nvSpPr>
        <p:spPr>
          <a:xfrm>
            <a:off x="4475016" y="200239"/>
            <a:ext cx="32419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>
                <a:solidFill>
                  <a:srgbClr val="002060"/>
                </a:solidFill>
              </a:rPr>
              <a:t>Painel de acompanhamento  </a:t>
            </a:r>
          </a:p>
          <a:p>
            <a:pPr algn="ctr"/>
            <a:r>
              <a:rPr lang="pt-BR" sz="2000" dirty="0">
                <a:solidFill>
                  <a:srgbClr val="002060"/>
                </a:solidFill>
              </a:rPr>
              <a:t>Receita verificada das usinas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60136D4-4046-E92F-5612-214DAA0E4EE1}"/>
              </a:ext>
            </a:extLst>
          </p:cNvPr>
          <p:cNvSpPr txBox="1"/>
          <p:nvPr/>
        </p:nvSpPr>
        <p:spPr>
          <a:xfrm>
            <a:off x="327476" y="6536368"/>
            <a:ext cx="10182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Fonte de dados: </a:t>
            </a:r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https://www.ccee.org.br/web/guest/mercado/leilao-mercado</a:t>
            </a:r>
          </a:p>
        </p:txBody>
      </p:sp>
    </p:spTree>
    <p:extLst>
      <p:ext uri="{BB962C8B-B14F-4D97-AF65-F5344CB8AC3E}">
        <p14:creationId xmlns:p14="http://schemas.microsoft.com/office/powerpoint/2010/main" val="1463415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D190D2C5-75A6-ABC3-A7D0-BEBBC019C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132" y="395800"/>
            <a:ext cx="1799795" cy="316764"/>
          </a:xfrm>
          <a:prstGeom prst="rect">
            <a:avLst/>
          </a:prstGeom>
        </p:spPr>
      </p:pic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1A691D11-0D11-ECF6-8EB4-69C2645D9820}"/>
              </a:ext>
            </a:extLst>
          </p:cNvPr>
          <p:cNvSpPr/>
          <p:nvPr/>
        </p:nvSpPr>
        <p:spPr>
          <a:xfrm>
            <a:off x="327476" y="110837"/>
            <a:ext cx="11537047" cy="88669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6EB7834-A154-D1EA-C888-2517C28D1329}"/>
              </a:ext>
            </a:extLst>
          </p:cNvPr>
          <p:cNvSpPr txBox="1"/>
          <p:nvPr/>
        </p:nvSpPr>
        <p:spPr>
          <a:xfrm>
            <a:off x="3782289" y="200239"/>
            <a:ext cx="4627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b="1" dirty="0">
                <a:solidFill>
                  <a:srgbClr val="002060"/>
                </a:solidFill>
              </a:rPr>
              <a:t>Receita verificada das usinas</a:t>
            </a:r>
          </a:p>
          <a:p>
            <a:pPr algn="ctr"/>
            <a:r>
              <a:rPr lang="pt-BR" sz="2000" dirty="0">
                <a:solidFill>
                  <a:srgbClr val="002060"/>
                </a:solidFill>
              </a:rPr>
              <a:t>Base CCEE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160136D4-4046-E92F-5612-214DAA0E4EE1}"/>
              </a:ext>
            </a:extLst>
          </p:cNvPr>
          <p:cNvSpPr txBox="1"/>
          <p:nvPr/>
        </p:nvSpPr>
        <p:spPr>
          <a:xfrm>
            <a:off x="327476" y="6536368"/>
            <a:ext cx="101824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Fonte de dados: </a:t>
            </a:r>
            <a:r>
              <a:rPr lang="pt-BR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https://www.ccee.org.br/web/guest/mercado/leilao-mercado</a:t>
            </a:r>
          </a:p>
        </p:txBody>
      </p:sp>
    </p:spTree>
    <p:extLst>
      <p:ext uri="{BB962C8B-B14F-4D97-AF65-F5344CB8AC3E}">
        <p14:creationId xmlns:p14="http://schemas.microsoft.com/office/powerpoint/2010/main" val="37367911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</TotalTime>
  <Words>55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Vinícius Almeida Barros</dc:creator>
  <cp:lastModifiedBy>Vinícius Almeida Barros (SFG)</cp:lastModifiedBy>
  <cp:revision>3</cp:revision>
  <dcterms:created xsi:type="dcterms:W3CDTF">2022-05-09T00:07:05Z</dcterms:created>
  <dcterms:modified xsi:type="dcterms:W3CDTF">2022-05-16T17:14:12Z</dcterms:modified>
</cp:coreProperties>
</file>