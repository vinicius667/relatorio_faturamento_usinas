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3B330-51B6-4EC5-A961-C6981E677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379F13-2DFF-459C-7165-E501860D3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7B9223-41B2-9698-5BF5-A66FFC63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C6F28C-1AE7-104A-CBC0-D4E15662C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5CA208-A02A-D893-5DF3-8F6E5D3F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64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F20D7-FD7E-9A85-B828-8565E66D8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48BA54-7137-1DC1-89E3-55081B42C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1D7EE1-2281-7B8C-5FAC-2CCA1B3A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BF40DA-BD52-E89F-A735-BE85CD5BE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B2638A-0DBE-06B2-FD43-37732459C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02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22004-76F0-DA5D-70BF-E8F7B504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2B4A01-E77A-10E1-EE6C-C277647C9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08A548-7842-17D8-E36E-A166F4392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819F9F-BDB0-2118-88C6-DEEADD88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36AB8B-93F5-4E63-2FE3-B29C6EB95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3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6D645-B95E-DF00-3A73-4E45E558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33132D-7FCE-C4EB-2965-6B057AFCA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CF5DC8-3120-5AA8-9A93-CB140E236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37108B-D46E-D567-1C89-1EB15215A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609D3B-55AB-3BC3-0A6A-FE518F22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44AEE3-6BAD-7741-741E-BA83E6D0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18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F593C-3BFA-3C04-A5D1-2F348A2C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2E4514-1AA2-1872-A6B7-7870080A7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EA01AB-E9CC-2101-2B11-9336770F6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8CC872-1EFF-F8E9-A3B1-9CB77051F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6583B1-283A-A8EA-674B-C8D7D81E6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DFE192-DE97-0AEB-CF8C-98E45CF8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3F8A59F-002A-7DB7-2B39-02B7443E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2B72C4-800B-3536-FB8E-73DE290D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5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E8A2B-3C3A-4285-13B7-36043E1E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1A0288-56E6-B860-68F8-A77D0FF56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22FCD9-F9FB-9601-37CD-C63DF339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B4E7D6-7394-C726-EB3B-6A8CA9B9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70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D6482F-4987-0241-25E1-E837B5173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98A0457-8B35-FB4D-7112-3FD6064D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63905B-7389-2C95-AA6E-D2787B60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433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E5C5B-0788-1BF9-C578-38602796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F862D0-A566-69A4-4265-D47E6BB8B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34286E-AF4F-6269-64D7-EA9160114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C928BC-B0AA-2557-5034-871AA98BA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028C8D-C0DB-7206-9AB5-CFEFFBB9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049405-7073-167E-2F28-1175323C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27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103B8-4A8C-AF9F-148C-9D54D677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A19E95-0D22-6BCE-1C49-E357C414E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91F94C-1C97-97B7-364A-BB52DCA80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763A35-A05B-7333-3D01-85FA7142B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D3771E-8F97-0A5A-C176-D0552460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7285C0-D951-2E2A-C101-23DCE8BA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89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F6091-E672-DB81-ACD6-523F8ACA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CC7EA5-8F77-6FAA-D44A-AA6882CEA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035EAF-B15C-75D6-BFD0-DF0D9C0A1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5A746-F4A1-B35F-7866-D4047067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3A3FC9-EE8D-2A53-41A2-12D9E0A4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2319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49EB36-89FF-7995-E015-80DCA12B7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82E39E-9DBA-5A16-CCB3-520D62FC3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A86A18-CB6D-035D-39F2-8E6F4D4A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BE8BBE-2E91-4A9D-98D7-7A75BFFA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9E19CD-FEDF-E5E5-DC34-61676CE8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552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E645564-32F2-FA71-1884-8910C114D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1F90F2-30C7-0DEA-34D9-AEC351E13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5E396C-1226-FFE1-BF6E-54D0111BC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3E7CE-B5DD-4266-8D88-BE38E9E3F3D6}" type="datetimeFigureOut">
              <a:rPr lang="pt-BR" smtClean="0"/>
              <a:t>08/05/2022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6D6D70-7497-A7B9-ED77-7E0D4C2E5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8CC549-FA27-6929-ACEA-20F21797D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80C8B-1049-42E3-B3FC-A20EAEA85B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0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42D2D96-9D1F-B84F-F1BC-480430736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17"/>
            <a:ext cx="12192000" cy="8001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3F4F0DA-15AE-DABE-848C-0E3BC29252B9}"/>
              </a:ext>
            </a:extLst>
          </p:cNvPr>
          <p:cNvSpPr txBox="1"/>
          <p:nvPr/>
        </p:nvSpPr>
        <p:spPr>
          <a:xfrm>
            <a:off x="3491345" y="134923"/>
            <a:ext cx="5209310" cy="52322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1">
                    <a:lumMod val="50000"/>
                  </a:schemeClr>
                </a:solidFill>
              </a:rPr>
              <a:t>Receita das Usinas: 2020 a 2021</a:t>
            </a:r>
          </a:p>
        </p:txBody>
      </p:sp>
    </p:spTree>
    <p:extLst>
      <p:ext uri="{BB962C8B-B14F-4D97-AF65-F5344CB8AC3E}">
        <p14:creationId xmlns:p14="http://schemas.microsoft.com/office/powerpoint/2010/main" val="14634153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Vinícius Almeida Barros</dc:creator>
  <cp:lastModifiedBy>Vinícius Almeida Barros</cp:lastModifiedBy>
  <cp:revision>1</cp:revision>
  <dcterms:created xsi:type="dcterms:W3CDTF">2022-05-09T00:07:05Z</dcterms:created>
  <dcterms:modified xsi:type="dcterms:W3CDTF">2022-05-09T00:11:01Z</dcterms:modified>
</cp:coreProperties>
</file>